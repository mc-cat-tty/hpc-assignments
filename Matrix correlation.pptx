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2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Stile medio 4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11/12/2024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11/12/2024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2D0731-AE42-A758-4AFE-D712BCDC51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Matrix </a:t>
            </a:r>
            <a:r>
              <a:rPr lang="it-IT" dirty="0" err="1"/>
              <a:t>correlation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39C034C-6045-6C26-9D80-2B021989EE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assignment</a:t>
            </a:r>
            <a:r>
              <a:rPr lang="it-IT" dirty="0"/>
              <a:t> group 2</a:t>
            </a:r>
          </a:p>
          <a:p>
            <a:r>
              <a:rPr lang="it-IT" dirty="0"/>
              <a:t>Denny Ciccia, Francesco </a:t>
            </a:r>
            <a:r>
              <a:rPr lang="it-IT" dirty="0" err="1"/>
              <a:t>mecatti</a:t>
            </a:r>
            <a:r>
              <a:rPr lang="it-IT" dirty="0"/>
              <a:t>, nicola morelli</a:t>
            </a:r>
          </a:p>
        </p:txBody>
      </p:sp>
    </p:spTree>
    <p:extLst>
      <p:ext uri="{BB962C8B-B14F-4D97-AF65-F5344CB8AC3E}">
        <p14:creationId xmlns:p14="http://schemas.microsoft.com/office/powerpoint/2010/main" val="3839092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6B68D7-E29B-6985-B613-C3EAE5028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description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4CD52F-6871-B9DB-6FBF-872496ACB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1950" indent="-266700">
              <a:buFont typeface="Arial" panose="020B0604020202020204" pitchFamily="34" charset="0"/>
              <a:buChar char="•"/>
            </a:pPr>
            <a:r>
              <a:rPr lang="it-IT" dirty="0"/>
              <a:t>Brief </a:t>
            </a:r>
            <a:r>
              <a:rPr lang="it-IT" dirty="0" err="1"/>
              <a:t>description</a:t>
            </a:r>
            <a:r>
              <a:rPr lang="it-IT" dirty="0"/>
              <a:t> of the </a:t>
            </a:r>
            <a:r>
              <a:rPr lang="it-IT" dirty="0" err="1"/>
              <a:t>problem</a:t>
            </a:r>
            <a:endParaRPr lang="it-IT" dirty="0"/>
          </a:p>
          <a:p>
            <a:pPr marL="361950" indent="-266700">
              <a:buFont typeface="Arial" panose="020B0604020202020204" pitchFamily="34" charset="0"/>
              <a:buChar char="•"/>
            </a:pP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modularized</a:t>
            </a:r>
            <a:r>
              <a:rPr lang="it-IT" dirty="0"/>
              <a:t> the code to </a:t>
            </a:r>
            <a:r>
              <a:rPr lang="it-IT" dirty="0" err="1"/>
              <a:t>measure</a:t>
            </a:r>
            <a:r>
              <a:rPr lang="it-IT" dirty="0"/>
              <a:t> the </a:t>
            </a:r>
            <a:r>
              <a:rPr lang="it-IT" dirty="0" err="1"/>
              <a:t>execution</a:t>
            </a:r>
            <a:r>
              <a:rPr lang="it-IT" dirty="0"/>
              <a:t> time of the parts of the </a:t>
            </a:r>
            <a:r>
              <a:rPr lang="it-IT" dirty="0" err="1"/>
              <a:t>problem</a:t>
            </a:r>
            <a:r>
              <a:rPr lang="it-IT" dirty="0"/>
              <a:t>:</a:t>
            </a:r>
          </a:p>
          <a:p>
            <a:pPr marL="654558" lvl="1" indent="-266700">
              <a:buFont typeface="Arial" panose="020B0604020202020204" pitchFamily="34" charset="0"/>
              <a:buChar char="•"/>
            </a:pPr>
            <a:r>
              <a:rPr lang="it-IT" dirty="0"/>
              <a:t>Mean</a:t>
            </a:r>
          </a:p>
          <a:p>
            <a:pPr marL="654558" lvl="1" indent="-266700">
              <a:buFont typeface="Arial" panose="020B0604020202020204" pitchFamily="34" charset="0"/>
              <a:buChar char="•"/>
            </a:pPr>
            <a:r>
              <a:rPr lang="it-IT" dirty="0" err="1"/>
              <a:t>Std</a:t>
            </a:r>
            <a:r>
              <a:rPr lang="it-IT" dirty="0"/>
              <a:t>. </a:t>
            </a:r>
            <a:r>
              <a:rPr lang="it-IT" dirty="0" err="1"/>
              <a:t>deviation</a:t>
            </a:r>
            <a:endParaRPr lang="it-IT" dirty="0"/>
          </a:p>
          <a:p>
            <a:pPr marL="654558" lvl="1" indent="-266700">
              <a:buFont typeface="Arial" panose="020B0604020202020204" pitchFamily="34" charset="0"/>
              <a:buChar char="•"/>
            </a:pPr>
            <a:r>
              <a:rPr lang="it-IT" dirty="0"/>
              <a:t>Center and reduce</a:t>
            </a:r>
          </a:p>
          <a:p>
            <a:pPr marL="654558" lvl="1" indent="-266700">
              <a:buFont typeface="Arial" panose="020B0604020202020204" pitchFamily="34" charset="0"/>
              <a:buChar char="•"/>
            </a:pPr>
            <a:r>
              <a:rPr lang="it-IT" dirty="0" err="1"/>
              <a:t>Correlation</a:t>
            </a:r>
            <a:endParaRPr lang="it-IT" dirty="0"/>
          </a:p>
          <a:p>
            <a:pPr marL="654558" lvl="1" indent="-266700">
              <a:buFont typeface="Arial" panose="020B0604020202020204" pitchFamily="34" charset="0"/>
              <a:buChar char="•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57345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8EE0DB-78BB-EE48-EAE0-70A764FA6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Parallelization</a:t>
            </a:r>
            <a:r>
              <a:rPr lang="it-IT" dirty="0"/>
              <a:t> with device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6B54C4-C5D0-68B2-140D-A8A2ABD37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Image of code with </a:t>
            </a:r>
            <a:r>
              <a:rPr lang="it-IT" dirty="0" err="1"/>
              <a:t>pragmas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81636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F15998-3EE4-B40D-7292-9528A5594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Parallelization</a:t>
            </a:r>
            <a:r>
              <a:rPr lang="it-IT" dirty="0"/>
              <a:t> with device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00310722-DB9D-C3EA-2909-4F9936EEAB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6408258"/>
              </p:ext>
            </p:extLst>
          </p:nvPr>
        </p:nvGraphicFramePr>
        <p:xfrm>
          <a:off x="1096963" y="1846263"/>
          <a:ext cx="10058400" cy="17526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339301282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15566243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59824983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255241278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25050980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077234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Mini</a:t>
                      </a:r>
                    </a:p>
                    <a:p>
                      <a:pPr algn="ctr"/>
                      <a:r>
                        <a:rPr lang="it-IT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Small </a:t>
                      </a:r>
                    </a:p>
                    <a:p>
                      <a:pPr algn="ctr"/>
                      <a:r>
                        <a:rPr lang="it-IT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Standard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Large </a:t>
                      </a:r>
                    </a:p>
                    <a:p>
                      <a:pPr algn="ctr"/>
                      <a:r>
                        <a:rPr lang="it-IT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Extralarge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245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non </a:t>
                      </a:r>
                      <a:r>
                        <a:rPr lang="it-IT" dirty="0" err="1"/>
                        <a:t>parallelized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503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parallelized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65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speedup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522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756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60ACE8-D4D0-A40D-C955-E382FD5DC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Parallelization</a:t>
            </a:r>
            <a:r>
              <a:rPr lang="it-IT" dirty="0"/>
              <a:t> with tasks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361004-7690-1CF8-81C2-C2BE80AF3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4072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9DFF7A-1FCF-957A-F24E-7D61E81EE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Parallelization</a:t>
            </a:r>
            <a:r>
              <a:rPr lang="it-IT" dirty="0"/>
              <a:t> with </a:t>
            </a:r>
            <a:r>
              <a:rPr lang="it-IT" dirty="0" err="1"/>
              <a:t>parallel</a:t>
            </a:r>
            <a:r>
              <a:rPr lang="it-IT" dirty="0"/>
              <a:t> for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A76DCD-1083-D203-750D-62DECBB78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245001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89</TotalTime>
  <Words>91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Retrospettivo</vt:lpstr>
      <vt:lpstr>Matrix correlation</vt:lpstr>
      <vt:lpstr>Problem description</vt:lpstr>
      <vt:lpstr>Parallelization with device</vt:lpstr>
      <vt:lpstr>Parallelization with device</vt:lpstr>
      <vt:lpstr>Parallelization with tasks</vt:lpstr>
      <vt:lpstr>Parallelization with parallel for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Denny Ciccia</dc:creator>
  <cp:lastModifiedBy>Denny Ciccia</cp:lastModifiedBy>
  <cp:revision>1</cp:revision>
  <dcterms:created xsi:type="dcterms:W3CDTF">2024-11-12T16:04:05Z</dcterms:created>
  <dcterms:modified xsi:type="dcterms:W3CDTF">2024-11-12T17:33:32Z</dcterms:modified>
</cp:coreProperties>
</file>